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Reading List — DevSecOps Capstone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A book tracker built to demonstrate a full DevSecOps pipeline</a:t>
            </a:r>
          </a:p>
          <a:p>
            <a:r>
              <a:rPr sz="2000"/>
              <a:t>FastAPI + React + PostgreSQL on AWS EKS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Add, edit, rate and delete books; status: to-read / reading / finished</a:t>
            </a:r>
          </a:p>
          <a:p>
            <a:r>
              <a:rPr sz="2400"/>
              <a:t>5 REST endpoints + /health + /metrics</a:t>
            </a:r>
          </a:p>
          <a:p>
            <a:r>
              <a:rPr sz="2400"/>
              <a:t>Goal: ship every commit safely and observably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Backend: Python, FastAPI, SQLAlchemy, Alembic</a:t>
            </a:r>
          </a:p>
          <a:p>
            <a:r>
              <a:rPr sz="2400"/>
              <a:t>Frontend: React + Vite, Nginx</a:t>
            </a:r>
          </a:p>
          <a:p>
            <a:r>
              <a:rPr sz="2400"/>
              <a:t>DB: PostgreSQL 16</a:t>
            </a:r>
          </a:p>
          <a:p>
            <a:r>
              <a:rPr sz="2400"/>
              <a:t>Ops: Docker, GitHub Actions, Trivy, Terraform, Helm, ArgoCD, Prometheus, Grafana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Browser -&gt; Ingress -&gt; / frontend, /api backend -&gt; PostgreSQL</a:t>
            </a:r>
          </a:p>
          <a:p>
            <a:r>
              <a:rPr sz="2400"/>
              <a:t>Backend exposes /metrics scraped by Prometheus; Grafana visualises</a:t>
            </a:r>
          </a:p>
          <a:p>
            <a:r>
              <a:rPr sz="2400"/>
              <a:t>Terraform provisions VPC + EKS; ArgoCD deploys the Helm chart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CI/CD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Push to main -&gt; pytest -&gt; frontend build</a:t>
            </a:r>
          </a:p>
          <a:p>
            <a:r>
              <a:rPr sz="2400"/>
              <a:t>Docker build -&gt; Trivy scan (fail on HIGH/CRITICAL)</a:t>
            </a:r>
          </a:p>
          <a:p>
            <a:r>
              <a:rPr sz="2400"/>
              <a:t>Push to GHCR tagged with commit SHA</a:t>
            </a:r>
          </a:p>
          <a:p>
            <a:r>
              <a:rPr sz="2400"/>
              <a:t>Pipeline bumps Helm values -&gt; ArgoCD syncs to the cluster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Infrastructure (Terraform)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VPC: 2 public + 2 private subnets, NAT gateway</a:t>
            </a:r>
          </a:p>
          <a:p>
            <a:r>
              <a:rPr sz="2400"/>
              <a:t>EKS cluster with managed node group (2 x t3.medium)</a:t>
            </a:r>
          </a:p>
          <a:p>
            <a:r>
              <a:rPr sz="2400"/>
              <a:t>terraform plan / apply / destroy; tfvars.example, no secrets in Git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Kubernetes &amp; Helm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Namespace readinglist; Helm chart: backend, frontend (2 replicas each), Postgres StatefulSet</a:t>
            </a:r>
          </a:p>
          <a:p>
            <a:r>
              <a:rPr sz="2400"/>
              <a:t>ClusterIP services; Ingress: / -&gt; frontend, /api -&gt; backend</a:t>
            </a:r>
          </a:p>
          <a:p>
            <a:r>
              <a:rPr sz="2400"/>
              <a:t>Non-root containers, probes, resource limits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Prometheus scrapes backend /metrics via ServiceMonitor</a:t>
            </a:r>
          </a:p>
          <a:p>
            <a:r>
              <a:rPr sz="2400"/>
              <a:t>Grafana dashboard: request rate, p95 latency, 5xx rate, status codes</a:t>
            </a:r>
          </a:p>
          <a:p>
            <a:r>
              <a:rPr sz="2400"/>
              <a:t>Targets page shows the app 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Gate images with tests and Trivy before they are pushed</a:t>
            </a:r>
          </a:p>
          <a:p>
            <a:r>
              <a:rPr sz="2400"/>
              <a:t>Immutable SHA tags make deployments traceable</a:t>
            </a:r>
          </a:p>
          <a:p>
            <a:r>
              <a:rPr sz="2400"/>
              <a:t>GitOps makes the cluster state reviewable in Git</a:t>
            </a:r>
          </a:p>
          <a:p>
            <a:r>
              <a:rPr sz="2400"/>
              <a:t>Destroy cloud resources after demos to control cost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